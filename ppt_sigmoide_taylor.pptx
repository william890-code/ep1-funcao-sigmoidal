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CF246C5-F16A-CF64-4AE5-0BEE7A5E5E69}">
          <p14:sldIdLst>
            <p14:sldId id="256"/>
          </p14:sldIdLst>
        </p14:section>
        <p14:section name="A função" id="{E7B972C6-904F-CC32-C2E4-40D83783A2F3}">
          <p14:sldIdLst>
            <p14:sldId id="257"/>
          </p14:sldIdLst>
        </p14:section>
        <p14:section name="Taylor" id="{2CF2A552-49CB-5F1A-E9D4-4E0DBCC75CB2}">
          <p14:sldIdLst>
            <p14:sldId id="258"/>
            <p14:sldId id="259"/>
            <p14:sldId id="260"/>
            <p14:sldId id="261"/>
          </p14:sldIdLst>
        </p14:section>
        <p14:section name="Implementação" id="{F8EA2610-2B9A-8766-733D-84A81C78388E}">
          <p14:sldIdLst>
            <p14:sldId id="262"/>
            <p14:sldId id="263"/>
          </p14:sldIdLst>
        </p14:section>
        <p14:section name="Resultados" id="{0BA5C0B7-2A69-4AEE-AFD8-23B15E98B81A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75B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33475B"/>
                </a:solidFill>
                <a:latin typeface="Calibri"/>
              </a:rPr>
              <a:t>sig(x) e sua derivada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sig(x)</c:v>
                </c:pt>
              </c:strCache>
            </c:strRef>
          </c:tx>
          <c:spPr>
            <a:ln w="3175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−6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−4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−2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0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  <c:pt idx="20">
                  <c:v>4</c:v>
                </c:pt>
                <c:pt idx="21">
                  <c:v> </c:v>
                </c:pt>
                <c:pt idx="22">
                  <c:v> </c:v>
                </c:pt>
                <c:pt idx="23">
                  <c:v> </c:v>
                </c:pt>
                <c:pt idx="24">
                  <c:v>6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2.47E-3</c:v>
                </c:pt>
                <c:pt idx="1">
                  <c:v>4.0699999999999998E-3</c:v>
                </c:pt>
                <c:pt idx="2">
                  <c:v>6.6899999999999998E-3</c:v>
                </c:pt>
                <c:pt idx="3">
                  <c:v>1.099E-2</c:v>
                </c:pt>
                <c:pt idx="4">
                  <c:v>1.7989999999999999E-2</c:v>
                </c:pt>
                <c:pt idx="5">
                  <c:v>2.9309999999999999E-2</c:v>
                </c:pt>
                <c:pt idx="6">
                  <c:v>4.743E-2</c:v>
                </c:pt>
                <c:pt idx="7">
                  <c:v>7.5859999999999997E-2</c:v>
                </c:pt>
                <c:pt idx="8">
                  <c:v>0.1192</c:v>
                </c:pt>
                <c:pt idx="9">
                  <c:v>0.18243000000000001</c:v>
                </c:pt>
                <c:pt idx="10">
                  <c:v>0.26894000000000001</c:v>
                </c:pt>
                <c:pt idx="11">
                  <c:v>0.37753999999999999</c:v>
                </c:pt>
                <c:pt idx="12">
                  <c:v>0.5</c:v>
                </c:pt>
                <c:pt idx="13">
                  <c:v>0.62246000000000001</c:v>
                </c:pt>
                <c:pt idx="14">
                  <c:v>0.73106000000000004</c:v>
                </c:pt>
                <c:pt idx="15">
                  <c:v>0.81757000000000002</c:v>
                </c:pt>
                <c:pt idx="16">
                  <c:v>0.88080000000000003</c:v>
                </c:pt>
                <c:pt idx="17">
                  <c:v>0.92413999999999996</c:v>
                </c:pt>
                <c:pt idx="18">
                  <c:v>0.95257000000000003</c:v>
                </c:pt>
                <c:pt idx="19">
                  <c:v>0.97069000000000005</c:v>
                </c:pt>
                <c:pt idx="20">
                  <c:v>0.98201000000000005</c:v>
                </c:pt>
                <c:pt idx="21">
                  <c:v>0.98900999999999994</c:v>
                </c:pt>
                <c:pt idx="22">
                  <c:v>0.99331000000000003</c:v>
                </c:pt>
                <c:pt idx="23">
                  <c:v>0.99592999999999998</c:v>
                </c:pt>
                <c:pt idx="24">
                  <c:v>0.99753000000000003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08-49F3-A556-0CAFD7E9EB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sig′(x)</c:v>
                </c:pt>
              </c:strCache>
            </c:strRef>
          </c:tx>
          <c:spPr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−6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−4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−2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0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  <c:pt idx="20">
                  <c:v>4</c:v>
                </c:pt>
                <c:pt idx="21">
                  <c:v> </c:v>
                </c:pt>
                <c:pt idx="22">
                  <c:v> </c:v>
                </c:pt>
                <c:pt idx="23">
                  <c:v> </c:v>
                </c:pt>
                <c:pt idx="24">
                  <c:v>6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2.47E-3</c:v>
                </c:pt>
                <c:pt idx="1">
                  <c:v>4.0499999999999998E-3</c:v>
                </c:pt>
                <c:pt idx="2">
                  <c:v>6.6499999999999997E-3</c:v>
                </c:pt>
                <c:pt idx="3">
                  <c:v>1.0869999999999999E-2</c:v>
                </c:pt>
                <c:pt idx="4">
                  <c:v>1.7659999999999999E-2</c:v>
                </c:pt>
                <c:pt idx="5">
                  <c:v>2.845E-2</c:v>
                </c:pt>
                <c:pt idx="6">
                  <c:v>4.5179999999999998E-2</c:v>
                </c:pt>
                <c:pt idx="7">
                  <c:v>7.0099999999999996E-2</c:v>
                </c:pt>
                <c:pt idx="8">
                  <c:v>0.10499</c:v>
                </c:pt>
                <c:pt idx="9">
                  <c:v>0.14915</c:v>
                </c:pt>
                <c:pt idx="10">
                  <c:v>0.19661000000000001</c:v>
                </c:pt>
                <c:pt idx="11">
                  <c:v>0.23499999999999999</c:v>
                </c:pt>
                <c:pt idx="12">
                  <c:v>0.25</c:v>
                </c:pt>
                <c:pt idx="13">
                  <c:v>0.23499999999999999</c:v>
                </c:pt>
                <c:pt idx="14">
                  <c:v>0.19661000000000001</c:v>
                </c:pt>
                <c:pt idx="15">
                  <c:v>0.14915</c:v>
                </c:pt>
                <c:pt idx="16">
                  <c:v>0.10499</c:v>
                </c:pt>
                <c:pt idx="17">
                  <c:v>7.0099999999999996E-2</c:v>
                </c:pt>
                <c:pt idx="18">
                  <c:v>4.5179999999999998E-2</c:v>
                </c:pt>
                <c:pt idx="19">
                  <c:v>2.845E-2</c:v>
                </c:pt>
                <c:pt idx="20">
                  <c:v>1.7659999999999999E-2</c:v>
                </c:pt>
                <c:pt idx="21">
                  <c:v>1.0869999999999999E-2</c:v>
                </c:pt>
                <c:pt idx="22">
                  <c:v>6.6499999999999997E-3</c:v>
                </c:pt>
                <c:pt idx="23">
                  <c:v>4.0499999999999998E-3</c:v>
                </c:pt>
                <c:pt idx="24">
                  <c:v>2.47E-3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08-49F3-A556-0CAFD7E9EB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5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7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75B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33475B"/>
                </a:solidFill>
                <a:latin typeface="Calibri"/>
              </a:rPr>
              <a:t>Polinômios de Taylor vs sig(x)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sig(x) exata</c:v>
                </c:pt>
              </c:strCache>
            </c:strRef>
          </c:tx>
          <c:spPr>
            <a:ln w="25400" cap="flat">
              <a:solidFill>
                <a:srgbClr val="16202E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2.2000000000000002</c:v>
                </c:pt>
                <c:pt idx="63">
                  <c:v>2.2999999999999998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Sheet1!$B$2:$B$82</c:f>
              <c:numCache>
                <c:formatCode>General</c:formatCode>
                <c:ptCount val="81"/>
                <c:pt idx="0">
                  <c:v>1.7999999999999999E-2</c:v>
                </c:pt>
                <c:pt idx="1">
                  <c:v>1.9800000000000002E-2</c:v>
                </c:pt>
                <c:pt idx="2">
                  <c:v>2.1899999999999999E-2</c:v>
                </c:pt>
                <c:pt idx="3">
                  <c:v>2.41E-2</c:v>
                </c:pt>
                <c:pt idx="4">
                  <c:v>2.6599999999999999E-2</c:v>
                </c:pt>
                <c:pt idx="5">
                  <c:v>2.93E-2</c:v>
                </c:pt>
                <c:pt idx="6">
                  <c:v>3.2300000000000002E-2</c:v>
                </c:pt>
                <c:pt idx="7">
                  <c:v>3.56E-2</c:v>
                </c:pt>
                <c:pt idx="8">
                  <c:v>3.9199999999999999E-2</c:v>
                </c:pt>
                <c:pt idx="9">
                  <c:v>4.3099999999999999E-2</c:v>
                </c:pt>
                <c:pt idx="10">
                  <c:v>4.7399999999999998E-2</c:v>
                </c:pt>
                <c:pt idx="11">
                  <c:v>5.2200000000000003E-2</c:v>
                </c:pt>
                <c:pt idx="12">
                  <c:v>5.7299999999999997E-2</c:v>
                </c:pt>
                <c:pt idx="13">
                  <c:v>6.3E-2</c:v>
                </c:pt>
                <c:pt idx="14">
                  <c:v>6.9099999999999995E-2</c:v>
                </c:pt>
                <c:pt idx="15">
                  <c:v>7.5899999999999995E-2</c:v>
                </c:pt>
                <c:pt idx="16">
                  <c:v>8.3199999999999996E-2</c:v>
                </c:pt>
                <c:pt idx="17">
                  <c:v>9.11E-2</c:v>
                </c:pt>
                <c:pt idx="18">
                  <c:v>9.98E-2</c:v>
                </c:pt>
                <c:pt idx="19">
                  <c:v>0.1091</c:v>
                </c:pt>
                <c:pt idx="20">
                  <c:v>0.1192</c:v>
                </c:pt>
                <c:pt idx="21">
                  <c:v>0.13009999999999999</c:v>
                </c:pt>
                <c:pt idx="22">
                  <c:v>0.1419</c:v>
                </c:pt>
                <c:pt idx="23">
                  <c:v>0.1545</c:v>
                </c:pt>
                <c:pt idx="24">
                  <c:v>0.16800000000000001</c:v>
                </c:pt>
                <c:pt idx="25">
                  <c:v>0.18240000000000001</c:v>
                </c:pt>
                <c:pt idx="26">
                  <c:v>0.1978</c:v>
                </c:pt>
                <c:pt idx="27">
                  <c:v>0.2142</c:v>
                </c:pt>
                <c:pt idx="28">
                  <c:v>0.23150000000000001</c:v>
                </c:pt>
                <c:pt idx="29">
                  <c:v>0.24970000000000001</c:v>
                </c:pt>
                <c:pt idx="30">
                  <c:v>0.26889999999999997</c:v>
                </c:pt>
                <c:pt idx="31">
                  <c:v>0.28910000000000002</c:v>
                </c:pt>
                <c:pt idx="32">
                  <c:v>0.31</c:v>
                </c:pt>
                <c:pt idx="33">
                  <c:v>0.33179999999999998</c:v>
                </c:pt>
                <c:pt idx="34">
                  <c:v>0.3543</c:v>
                </c:pt>
                <c:pt idx="35">
                  <c:v>0.3775</c:v>
                </c:pt>
                <c:pt idx="36">
                  <c:v>0.40129999999999999</c:v>
                </c:pt>
                <c:pt idx="37">
                  <c:v>0.42559999999999998</c:v>
                </c:pt>
                <c:pt idx="38">
                  <c:v>0.45019999999999999</c:v>
                </c:pt>
                <c:pt idx="39">
                  <c:v>0.47499999999999998</c:v>
                </c:pt>
                <c:pt idx="40">
                  <c:v>0.5</c:v>
                </c:pt>
                <c:pt idx="41">
                  <c:v>0.52500000000000002</c:v>
                </c:pt>
                <c:pt idx="42">
                  <c:v>0.54979999999999996</c:v>
                </c:pt>
                <c:pt idx="43">
                  <c:v>0.57440000000000002</c:v>
                </c:pt>
                <c:pt idx="44">
                  <c:v>0.59870000000000001</c:v>
                </c:pt>
                <c:pt idx="45">
                  <c:v>0.62250000000000005</c:v>
                </c:pt>
                <c:pt idx="46">
                  <c:v>0.64570000000000005</c:v>
                </c:pt>
                <c:pt idx="47">
                  <c:v>0.66820000000000002</c:v>
                </c:pt>
                <c:pt idx="48">
                  <c:v>0.69</c:v>
                </c:pt>
                <c:pt idx="49">
                  <c:v>0.71089999999999998</c:v>
                </c:pt>
                <c:pt idx="50">
                  <c:v>0.73109999999999997</c:v>
                </c:pt>
                <c:pt idx="51">
                  <c:v>0.75029999999999997</c:v>
                </c:pt>
                <c:pt idx="52">
                  <c:v>0.76849999999999996</c:v>
                </c:pt>
                <c:pt idx="53">
                  <c:v>0.78580000000000005</c:v>
                </c:pt>
                <c:pt idx="54">
                  <c:v>0.80220000000000002</c:v>
                </c:pt>
                <c:pt idx="55">
                  <c:v>0.81759999999999999</c:v>
                </c:pt>
                <c:pt idx="56">
                  <c:v>0.83199999999999996</c:v>
                </c:pt>
                <c:pt idx="57">
                  <c:v>0.84550000000000003</c:v>
                </c:pt>
                <c:pt idx="58">
                  <c:v>0.85809999999999997</c:v>
                </c:pt>
                <c:pt idx="59">
                  <c:v>0.86990000000000001</c:v>
                </c:pt>
                <c:pt idx="60">
                  <c:v>0.88080000000000003</c:v>
                </c:pt>
                <c:pt idx="61">
                  <c:v>0.89090000000000003</c:v>
                </c:pt>
                <c:pt idx="62">
                  <c:v>0.9002</c:v>
                </c:pt>
                <c:pt idx="63">
                  <c:v>0.90890000000000004</c:v>
                </c:pt>
                <c:pt idx="64">
                  <c:v>0.91679999999999995</c:v>
                </c:pt>
                <c:pt idx="65">
                  <c:v>0.92410000000000003</c:v>
                </c:pt>
                <c:pt idx="66">
                  <c:v>0.93089999999999995</c:v>
                </c:pt>
                <c:pt idx="67">
                  <c:v>0.93700000000000006</c:v>
                </c:pt>
                <c:pt idx="68">
                  <c:v>0.94269999999999998</c:v>
                </c:pt>
                <c:pt idx="69">
                  <c:v>0.94779999999999998</c:v>
                </c:pt>
                <c:pt idx="70">
                  <c:v>0.9526</c:v>
                </c:pt>
                <c:pt idx="71">
                  <c:v>0.95689999999999997</c:v>
                </c:pt>
                <c:pt idx="72">
                  <c:v>0.96079999999999999</c:v>
                </c:pt>
                <c:pt idx="73">
                  <c:v>0.96440000000000003</c:v>
                </c:pt>
                <c:pt idx="74">
                  <c:v>0.9677</c:v>
                </c:pt>
                <c:pt idx="75">
                  <c:v>0.97070000000000001</c:v>
                </c:pt>
                <c:pt idx="76">
                  <c:v>0.97340000000000004</c:v>
                </c:pt>
                <c:pt idx="77">
                  <c:v>0.97589999999999999</c:v>
                </c:pt>
                <c:pt idx="78">
                  <c:v>0.97809999999999997</c:v>
                </c:pt>
                <c:pt idx="79">
                  <c:v>0.98019999999999996</c:v>
                </c:pt>
                <c:pt idx="80">
                  <c:v>0.98199999999999998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11F-431C-AC7F-5CD09109A7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 = 1</c:v>
                </c:pt>
              </c:strCache>
            </c:strRef>
          </c:tx>
          <c:spPr>
            <a:ln w="25400" cap="flat">
              <a:solidFill>
                <a:srgbClr val="F2A541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2.2000000000000002</c:v>
                </c:pt>
                <c:pt idx="63">
                  <c:v>2.2999999999999998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Sheet1!$C$2:$C$82</c:f>
              <c:numCache>
                <c:formatCode>General</c:formatCode>
                <c:ptCount val="81"/>
                <c:pt idx="0">
                  <c:v>-0.5</c:v>
                </c:pt>
                <c:pt idx="1">
                  <c:v>-0.47499999999999998</c:v>
                </c:pt>
                <c:pt idx="2">
                  <c:v>-0.45</c:v>
                </c:pt>
                <c:pt idx="3">
                  <c:v>-0.42499999999999999</c:v>
                </c:pt>
                <c:pt idx="4">
                  <c:v>-0.4</c:v>
                </c:pt>
                <c:pt idx="5">
                  <c:v>-0.375</c:v>
                </c:pt>
                <c:pt idx="6">
                  <c:v>-0.35</c:v>
                </c:pt>
                <c:pt idx="7">
                  <c:v>-0.32500000000000001</c:v>
                </c:pt>
                <c:pt idx="8">
                  <c:v>-0.3</c:v>
                </c:pt>
                <c:pt idx="9">
                  <c:v>-0.27500000000000002</c:v>
                </c:pt>
                <c:pt idx="10">
                  <c:v>-0.25</c:v>
                </c:pt>
                <c:pt idx="11">
                  <c:v>-0.22500000000000001</c:v>
                </c:pt>
                <c:pt idx="12">
                  <c:v>-0.2</c:v>
                </c:pt>
                <c:pt idx="13">
                  <c:v>-0.17499999999999999</c:v>
                </c:pt>
                <c:pt idx="14">
                  <c:v>-0.15</c:v>
                </c:pt>
                <c:pt idx="15">
                  <c:v>-0.125</c:v>
                </c:pt>
                <c:pt idx="16">
                  <c:v>-0.1</c:v>
                </c:pt>
                <c:pt idx="17">
                  <c:v>-7.4999999999999997E-2</c:v>
                </c:pt>
                <c:pt idx="18">
                  <c:v>-0.05</c:v>
                </c:pt>
                <c:pt idx="19">
                  <c:v>-2.5000000000000001E-2</c:v>
                </c:pt>
                <c:pt idx="20">
                  <c:v>0</c:v>
                </c:pt>
                <c:pt idx="21">
                  <c:v>2.5000000000000001E-2</c:v>
                </c:pt>
                <c:pt idx="22">
                  <c:v>0.05</c:v>
                </c:pt>
                <c:pt idx="23">
                  <c:v>7.4999999999999997E-2</c:v>
                </c:pt>
                <c:pt idx="24">
                  <c:v>0.1</c:v>
                </c:pt>
                <c:pt idx="25">
                  <c:v>0.125</c:v>
                </c:pt>
                <c:pt idx="26">
                  <c:v>0.15</c:v>
                </c:pt>
                <c:pt idx="27">
                  <c:v>0.17499999999999999</c:v>
                </c:pt>
                <c:pt idx="28">
                  <c:v>0.2</c:v>
                </c:pt>
                <c:pt idx="29">
                  <c:v>0.22500000000000001</c:v>
                </c:pt>
                <c:pt idx="30">
                  <c:v>0.25</c:v>
                </c:pt>
                <c:pt idx="31">
                  <c:v>0.27500000000000002</c:v>
                </c:pt>
                <c:pt idx="32">
                  <c:v>0.3</c:v>
                </c:pt>
                <c:pt idx="33">
                  <c:v>0.32500000000000001</c:v>
                </c:pt>
                <c:pt idx="34">
                  <c:v>0.35</c:v>
                </c:pt>
                <c:pt idx="35">
                  <c:v>0.375</c:v>
                </c:pt>
                <c:pt idx="36">
                  <c:v>0.4</c:v>
                </c:pt>
                <c:pt idx="37">
                  <c:v>0.42499999999999999</c:v>
                </c:pt>
                <c:pt idx="38">
                  <c:v>0.45</c:v>
                </c:pt>
                <c:pt idx="39">
                  <c:v>0.47499999999999998</c:v>
                </c:pt>
                <c:pt idx="40">
                  <c:v>0.5</c:v>
                </c:pt>
                <c:pt idx="41">
                  <c:v>0.52500000000000002</c:v>
                </c:pt>
                <c:pt idx="42">
                  <c:v>0.55000000000000004</c:v>
                </c:pt>
                <c:pt idx="43">
                  <c:v>0.57499999999999996</c:v>
                </c:pt>
                <c:pt idx="44">
                  <c:v>0.6</c:v>
                </c:pt>
                <c:pt idx="45">
                  <c:v>0.625</c:v>
                </c:pt>
                <c:pt idx="46">
                  <c:v>0.65</c:v>
                </c:pt>
                <c:pt idx="47">
                  <c:v>0.67500000000000004</c:v>
                </c:pt>
                <c:pt idx="48">
                  <c:v>0.7</c:v>
                </c:pt>
                <c:pt idx="49">
                  <c:v>0.72499999999999998</c:v>
                </c:pt>
                <c:pt idx="50">
                  <c:v>0.75</c:v>
                </c:pt>
                <c:pt idx="51">
                  <c:v>0.77500000000000002</c:v>
                </c:pt>
                <c:pt idx="52">
                  <c:v>0.8</c:v>
                </c:pt>
                <c:pt idx="53">
                  <c:v>0.82499999999999996</c:v>
                </c:pt>
                <c:pt idx="54">
                  <c:v>0.85</c:v>
                </c:pt>
                <c:pt idx="55">
                  <c:v>0.875</c:v>
                </c:pt>
                <c:pt idx="56">
                  <c:v>0.9</c:v>
                </c:pt>
                <c:pt idx="57">
                  <c:v>0.92500000000000004</c:v>
                </c:pt>
                <c:pt idx="58">
                  <c:v>0.95</c:v>
                </c:pt>
                <c:pt idx="59">
                  <c:v>0.97499999999999998</c:v>
                </c:pt>
                <c:pt idx="60">
                  <c:v>1</c:v>
                </c:pt>
                <c:pt idx="61">
                  <c:v>1.0249999999999999</c:v>
                </c:pt>
                <c:pt idx="62">
                  <c:v>1.05</c:v>
                </c:pt>
                <c:pt idx="63">
                  <c:v>1.075</c:v>
                </c:pt>
                <c:pt idx="64">
                  <c:v>1.1000000000000001</c:v>
                </c:pt>
                <c:pt idx="65">
                  <c:v>1.125</c:v>
                </c:pt>
                <c:pt idx="66">
                  <c:v>1.1499999999999999</c:v>
                </c:pt>
                <c:pt idx="67">
                  <c:v>1.175</c:v>
                </c:pt>
                <c:pt idx="68">
                  <c:v>1.2</c:v>
                </c:pt>
                <c:pt idx="69">
                  <c:v>1.2250000000000001</c:v>
                </c:pt>
                <c:pt idx="70">
                  <c:v>1.25</c:v>
                </c:pt>
                <c:pt idx="71">
                  <c:v>1.2749999999999999</c:v>
                </c:pt>
                <c:pt idx="72">
                  <c:v>1.3</c:v>
                </c:pt>
                <c:pt idx="73">
                  <c:v>1.325</c:v>
                </c:pt>
                <c:pt idx="74">
                  <c:v>1.35</c:v>
                </c:pt>
                <c:pt idx="75">
                  <c:v>1.375</c:v>
                </c:pt>
                <c:pt idx="76">
                  <c:v>1.4</c:v>
                </c:pt>
                <c:pt idx="77">
                  <c:v>1.425</c:v>
                </c:pt>
                <c:pt idx="78">
                  <c:v>1.45</c:v>
                </c:pt>
                <c:pt idx="79">
                  <c:v>1.4750000000000001</c:v>
                </c:pt>
                <c:pt idx="80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11F-431C-AC7F-5CD09109A7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 = 3</c:v>
                </c:pt>
              </c:strCache>
            </c:strRef>
          </c:tx>
          <c:spPr>
            <a:ln w="25400" cap="flat">
              <a:solidFill>
                <a:srgbClr val="7FC8A9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2.2000000000000002</c:v>
                </c:pt>
                <c:pt idx="63">
                  <c:v>2.2999999999999998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Sheet1!$D$2:$D$82</c:f>
              <c:numCache>
                <c:formatCode>General</c:formatCode>
                <c:ptCount val="81"/>
                <c:pt idx="0">
                  <c:v>0.83330000000000004</c:v>
                </c:pt>
                <c:pt idx="1">
                  <c:v>0.76080000000000003</c:v>
                </c:pt>
                <c:pt idx="2">
                  <c:v>0.69320000000000004</c:v>
                </c:pt>
                <c:pt idx="3">
                  <c:v>0.63029999999999997</c:v>
                </c:pt>
                <c:pt idx="4">
                  <c:v>0.57199999999999995</c:v>
                </c:pt>
                <c:pt idx="5">
                  <c:v>0.51819999999999999</c:v>
                </c:pt>
                <c:pt idx="6">
                  <c:v>0.46879999999999999</c:v>
                </c:pt>
                <c:pt idx="7">
                  <c:v>0.42370000000000002</c:v>
                </c:pt>
                <c:pt idx="8">
                  <c:v>0.38269999999999998</c:v>
                </c:pt>
                <c:pt idx="9">
                  <c:v>0.34560000000000002</c:v>
                </c:pt>
                <c:pt idx="10">
                  <c:v>0.3125</c:v>
                </c:pt>
                <c:pt idx="11">
                  <c:v>0.28310000000000002</c:v>
                </c:pt>
                <c:pt idx="12">
                  <c:v>0.25729999999999997</c:v>
                </c:pt>
                <c:pt idx="13">
                  <c:v>0.2351</c:v>
                </c:pt>
                <c:pt idx="14">
                  <c:v>0.2162</c:v>
                </c:pt>
                <c:pt idx="15">
                  <c:v>0.20050000000000001</c:v>
                </c:pt>
                <c:pt idx="16">
                  <c:v>0.188</c:v>
                </c:pt>
                <c:pt idx="17">
                  <c:v>0.17849999999999999</c:v>
                </c:pt>
                <c:pt idx="18">
                  <c:v>0.17180000000000001</c:v>
                </c:pt>
                <c:pt idx="19">
                  <c:v>0.16789999999999999</c:v>
                </c:pt>
                <c:pt idx="20">
                  <c:v>0.16669999999999999</c:v>
                </c:pt>
                <c:pt idx="21">
                  <c:v>0.16789999999999999</c:v>
                </c:pt>
                <c:pt idx="22">
                  <c:v>0.17150000000000001</c:v>
                </c:pt>
                <c:pt idx="23">
                  <c:v>0.1774</c:v>
                </c:pt>
                <c:pt idx="24">
                  <c:v>0.18529999999999999</c:v>
                </c:pt>
                <c:pt idx="25">
                  <c:v>0.1953</c:v>
                </c:pt>
                <c:pt idx="26">
                  <c:v>0.2072</c:v>
                </c:pt>
                <c:pt idx="27">
                  <c:v>0.2208</c:v>
                </c:pt>
                <c:pt idx="28">
                  <c:v>0.23599999999999999</c:v>
                </c:pt>
                <c:pt idx="29">
                  <c:v>0.25269999999999998</c:v>
                </c:pt>
                <c:pt idx="30">
                  <c:v>0.27079999999999999</c:v>
                </c:pt>
                <c:pt idx="31">
                  <c:v>0.29020000000000001</c:v>
                </c:pt>
                <c:pt idx="32">
                  <c:v>0.31069999999999998</c:v>
                </c:pt>
                <c:pt idx="33">
                  <c:v>0.33210000000000001</c:v>
                </c:pt>
                <c:pt idx="34">
                  <c:v>0.35449999999999998</c:v>
                </c:pt>
                <c:pt idx="35">
                  <c:v>0.37759999999999999</c:v>
                </c:pt>
                <c:pt idx="36">
                  <c:v>0.40129999999999999</c:v>
                </c:pt>
                <c:pt idx="37">
                  <c:v>0.42559999999999998</c:v>
                </c:pt>
                <c:pt idx="38">
                  <c:v>0.45019999999999999</c:v>
                </c:pt>
                <c:pt idx="39">
                  <c:v>0.47499999999999998</c:v>
                </c:pt>
                <c:pt idx="40">
                  <c:v>0.5</c:v>
                </c:pt>
                <c:pt idx="41">
                  <c:v>0.52500000000000002</c:v>
                </c:pt>
                <c:pt idx="42">
                  <c:v>0.54979999999999996</c:v>
                </c:pt>
                <c:pt idx="43">
                  <c:v>0.57440000000000002</c:v>
                </c:pt>
                <c:pt idx="44">
                  <c:v>0.59870000000000001</c:v>
                </c:pt>
                <c:pt idx="45">
                  <c:v>0.62239999999999995</c:v>
                </c:pt>
                <c:pt idx="46">
                  <c:v>0.64549999999999996</c:v>
                </c:pt>
                <c:pt idx="47">
                  <c:v>0.66790000000000005</c:v>
                </c:pt>
                <c:pt idx="48">
                  <c:v>0.68930000000000002</c:v>
                </c:pt>
                <c:pt idx="49">
                  <c:v>0.70979999999999999</c:v>
                </c:pt>
                <c:pt idx="50">
                  <c:v>0.72919999999999996</c:v>
                </c:pt>
                <c:pt idx="51">
                  <c:v>0.74729999999999996</c:v>
                </c:pt>
                <c:pt idx="52">
                  <c:v>0.76400000000000001</c:v>
                </c:pt>
                <c:pt idx="53">
                  <c:v>0.7792</c:v>
                </c:pt>
                <c:pt idx="54">
                  <c:v>0.79279999999999995</c:v>
                </c:pt>
                <c:pt idx="55">
                  <c:v>0.80469999999999997</c:v>
                </c:pt>
                <c:pt idx="56">
                  <c:v>0.81469999999999998</c:v>
                </c:pt>
                <c:pt idx="57">
                  <c:v>0.8226</c:v>
                </c:pt>
                <c:pt idx="58">
                  <c:v>0.82850000000000001</c:v>
                </c:pt>
                <c:pt idx="59">
                  <c:v>0.83209999999999995</c:v>
                </c:pt>
                <c:pt idx="60">
                  <c:v>0.83330000000000004</c:v>
                </c:pt>
                <c:pt idx="61">
                  <c:v>0.83209999999999995</c:v>
                </c:pt>
                <c:pt idx="62">
                  <c:v>0.82820000000000005</c:v>
                </c:pt>
                <c:pt idx="63">
                  <c:v>0.82150000000000001</c:v>
                </c:pt>
                <c:pt idx="64">
                  <c:v>0.81200000000000006</c:v>
                </c:pt>
                <c:pt idx="65">
                  <c:v>0.79949999999999999</c:v>
                </c:pt>
                <c:pt idx="66">
                  <c:v>0.78380000000000005</c:v>
                </c:pt>
                <c:pt idx="67">
                  <c:v>0.76490000000000002</c:v>
                </c:pt>
                <c:pt idx="68">
                  <c:v>0.74270000000000003</c:v>
                </c:pt>
                <c:pt idx="69">
                  <c:v>0.71689999999999998</c:v>
                </c:pt>
                <c:pt idx="70">
                  <c:v>0.6875</c:v>
                </c:pt>
                <c:pt idx="71">
                  <c:v>0.65439999999999998</c:v>
                </c:pt>
                <c:pt idx="72">
                  <c:v>0.61729999999999996</c:v>
                </c:pt>
                <c:pt idx="73">
                  <c:v>0.57630000000000003</c:v>
                </c:pt>
                <c:pt idx="74">
                  <c:v>0.53120000000000001</c:v>
                </c:pt>
                <c:pt idx="75">
                  <c:v>0.48180000000000001</c:v>
                </c:pt>
                <c:pt idx="76">
                  <c:v>0.42799999999999999</c:v>
                </c:pt>
                <c:pt idx="77">
                  <c:v>0.36969999999999997</c:v>
                </c:pt>
                <c:pt idx="78">
                  <c:v>0.30680000000000002</c:v>
                </c:pt>
                <c:pt idx="79">
                  <c:v>0.2392</c:v>
                </c:pt>
                <c:pt idx="80">
                  <c:v>0.16669999999999999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11F-431C-AC7F-5CD09109A72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 = 5</c:v>
                </c:pt>
              </c:strCache>
            </c:strRef>
          </c:tx>
          <c:spPr>
            <a:ln w="2540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2.2000000000000002</c:v>
                </c:pt>
                <c:pt idx="63">
                  <c:v>2.2999999999999998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Sheet1!$E$2:$E$82</c:f>
              <c:numCache>
                <c:formatCode>General</c:formatCode>
                <c:ptCount val="81"/>
                <c:pt idx="0">
                  <c:v>-1.3</c:v>
                </c:pt>
                <c:pt idx="1">
                  <c:v>-1.1189</c:v>
                </c:pt>
                <c:pt idx="2">
                  <c:v>-0.95760000000000001</c:v>
                </c:pt>
                <c:pt idx="3">
                  <c:v>-0.81440000000000001</c:v>
                </c:pt>
                <c:pt idx="4">
                  <c:v>-0.68769999999999998</c:v>
                </c:pt>
                <c:pt idx="5">
                  <c:v>-0.57599999999999996</c:v>
                </c:pt>
                <c:pt idx="6">
                  <c:v>-0.47770000000000001</c:v>
                </c:pt>
                <c:pt idx="7">
                  <c:v>-0.3916</c:v>
                </c:pt>
                <c:pt idx="8">
                  <c:v>-0.31640000000000001</c:v>
                </c:pt>
                <c:pt idx="9">
                  <c:v>-0.25080000000000002</c:v>
                </c:pt>
                <c:pt idx="10">
                  <c:v>-0.1938</c:v>
                </c:pt>
                <c:pt idx="11">
                  <c:v>-0.14419999999999999</c:v>
                </c:pt>
                <c:pt idx="12">
                  <c:v>-0.1012</c:v>
                </c:pt>
                <c:pt idx="13">
                  <c:v>-6.3899999999999998E-2</c:v>
                </c:pt>
                <c:pt idx="14">
                  <c:v>-3.1399999999999997E-2</c:v>
                </c:pt>
                <c:pt idx="15">
                  <c:v>-2.8999999999999998E-3</c:v>
                </c:pt>
                <c:pt idx="16">
                  <c:v>2.2100000000000002E-2</c:v>
                </c:pt>
                <c:pt idx="17">
                  <c:v>4.4400000000000002E-2</c:v>
                </c:pt>
                <c:pt idx="18">
                  <c:v>6.4500000000000002E-2</c:v>
                </c:pt>
                <c:pt idx="19">
                  <c:v>8.2900000000000001E-2</c:v>
                </c:pt>
                <c:pt idx="20">
                  <c:v>0.1</c:v>
                </c:pt>
                <c:pt idx="21">
                  <c:v>0.1163</c:v>
                </c:pt>
                <c:pt idx="22">
                  <c:v>0.1321</c:v>
                </c:pt>
                <c:pt idx="23">
                  <c:v>0.14779999999999999</c:v>
                </c:pt>
                <c:pt idx="24">
                  <c:v>0.16350000000000001</c:v>
                </c:pt>
                <c:pt idx="25">
                  <c:v>0.17949999999999999</c:v>
                </c:pt>
                <c:pt idx="26">
                  <c:v>0.19600000000000001</c:v>
                </c:pt>
                <c:pt idx="27">
                  <c:v>0.21299999999999999</c:v>
                </c:pt>
                <c:pt idx="28">
                  <c:v>0.23080000000000001</c:v>
                </c:pt>
                <c:pt idx="29">
                  <c:v>0.24940000000000001</c:v>
                </c:pt>
                <c:pt idx="30">
                  <c:v>0.26869999999999999</c:v>
                </c:pt>
                <c:pt idx="31">
                  <c:v>0.28899999999999998</c:v>
                </c:pt>
                <c:pt idx="32">
                  <c:v>0.31</c:v>
                </c:pt>
                <c:pt idx="33">
                  <c:v>0.33179999999999998</c:v>
                </c:pt>
                <c:pt idx="34">
                  <c:v>0.3543</c:v>
                </c:pt>
                <c:pt idx="35">
                  <c:v>0.3775</c:v>
                </c:pt>
                <c:pt idx="36">
                  <c:v>0.40129999999999999</c:v>
                </c:pt>
                <c:pt idx="37">
                  <c:v>0.42559999999999998</c:v>
                </c:pt>
                <c:pt idx="38">
                  <c:v>0.45019999999999999</c:v>
                </c:pt>
                <c:pt idx="39">
                  <c:v>0.47499999999999998</c:v>
                </c:pt>
                <c:pt idx="40">
                  <c:v>0.5</c:v>
                </c:pt>
                <c:pt idx="41">
                  <c:v>0.52500000000000002</c:v>
                </c:pt>
                <c:pt idx="42">
                  <c:v>0.54979999999999996</c:v>
                </c:pt>
                <c:pt idx="43">
                  <c:v>0.57440000000000002</c:v>
                </c:pt>
                <c:pt idx="44">
                  <c:v>0.59870000000000001</c:v>
                </c:pt>
                <c:pt idx="45">
                  <c:v>0.62250000000000005</c:v>
                </c:pt>
                <c:pt idx="46">
                  <c:v>0.64570000000000005</c:v>
                </c:pt>
                <c:pt idx="47">
                  <c:v>0.66820000000000002</c:v>
                </c:pt>
                <c:pt idx="48">
                  <c:v>0.69</c:v>
                </c:pt>
                <c:pt idx="49">
                  <c:v>0.71099999999999997</c:v>
                </c:pt>
                <c:pt idx="50">
                  <c:v>0.73119999999999996</c:v>
                </c:pt>
                <c:pt idx="51">
                  <c:v>0.75060000000000004</c:v>
                </c:pt>
                <c:pt idx="52">
                  <c:v>0.76919999999999999</c:v>
                </c:pt>
                <c:pt idx="53">
                  <c:v>0.78700000000000003</c:v>
                </c:pt>
                <c:pt idx="54">
                  <c:v>0.80400000000000005</c:v>
                </c:pt>
                <c:pt idx="55">
                  <c:v>0.82050000000000001</c:v>
                </c:pt>
                <c:pt idx="56">
                  <c:v>0.83650000000000002</c:v>
                </c:pt>
                <c:pt idx="57">
                  <c:v>0.85219999999999996</c:v>
                </c:pt>
                <c:pt idx="58">
                  <c:v>0.8679</c:v>
                </c:pt>
                <c:pt idx="59">
                  <c:v>0.88370000000000004</c:v>
                </c:pt>
                <c:pt idx="60">
                  <c:v>0.9</c:v>
                </c:pt>
                <c:pt idx="61">
                  <c:v>0.91710000000000003</c:v>
                </c:pt>
                <c:pt idx="62">
                  <c:v>0.9355</c:v>
                </c:pt>
                <c:pt idx="63">
                  <c:v>0.9556</c:v>
                </c:pt>
                <c:pt idx="64">
                  <c:v>0.97789999999999999</c:v>
                </c:pt>
                <c:pt idx="65">
                  <c:v>1.0028999999999999</c:v>
                </c:pt>
                <c:pt idx="66">
                  <c:v>1.0314000000000001</c:v>
                </c:pt>
                <c:pt idx="67">
                  <c:v>1.0639000000000001</c:v>
                </c:pt>
                <c:pt idx="68">
                  <c:v>1.1012</c:v>
                </c:pt>
                <c:pt idx="69">
                  <c:v>1.1442000000000001</c:v>
                </c:pt>
                <c:pt idx="70">
                  <c:v>1.1938</c:v>
                </c:pt>
                <c:pt idx="71">
                  <c:v>1.2507999999999999</c:v>
                </c:pt>
                <c:pt idx="72">
                  <c:v>1.3164</c:v>
                </c:pt>
                <c:pt idx="73">
                  <c:v>1.3915999999999999</c:v>
                </c:pt>
                <c:pt idx="74">
                  <c:v>1.4777</c:v>
                </c:pt>
                <c:pt idx="75">
                  <c:v>1.5760000000000001</c:v>
                </c:pt>
                <c:pt idx="76">
                  <c:v>1.6877</c:v>
                </c:pt>
                <c:pt idx="77">
                  <c:v>1.8144</c:v>
                </c:pt>
                <c:pt idx="78">
                  <c:v>1.9576</c:v>
                </c:pt>
                <c:pt idx="79">
                  <c:v>2.1189</c:v>
                </c:pt>
                <c:pt idx="80">
                  <c:v>2.2999999999999998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11F-431C-AC7F-5CD09109A72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 = 11</c:v>
                </c:pt>
              </c:strCache>
            </c:strRef>
          </c:tx>
          <c:spPr>
            <a:ln w="254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2.2000000000000002</c:v>
                </c:pt>
                <c:pt idx="63">
                  <c:v>2.2999999999999998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Sheet1!$F$2:$F$82</c:f>
              <c:numCache>
                <c:formatCode>General</c:formatCode>
                <c:ptCount val="81"/>
                <c:pt idx="0">
                  <c:v>5.6313000000000004</c:v>
                </c:pt>
                <c:pt idx="1">
                  <c:v>4.1860999999999997</c:v>
                </c:pt>
                <c:pt idx="2">
                  <c:v>3.0884</c:v>
                </c:pt>
                <c:pt idx="3">
                  <c:v>2.2612000000000001</c:v>
                </c:pt>
                <c:pt idx="4">
                  <c:v>1.6434</c:v>
                </c:pt>
                <c:pt idx="5">
                  <c:v>1.1862999999999999</c:v>
                </c:pt>
                <c:pt idx="6">
                  <c:v>0.85160000000000002</c:v>
                </c:pt>
                <c:pt idx="7">
                  <c:v>0.60929999999999995</c:v>
                </c:pt>
                <c:pt idx="8">
                  <c:v>0.43619999999999998</c:v>
                </c:pt>
                <c:pt idx="9">
                  <c:v>0.31430000000000002</c:v>
                </c:pt>
                <c:pt idx="10">
                  <c:v>0.2303</c:v>
                </c:pt>
                <c:pt idx="11">
                  <c:v>0.1736</c:v>
                </c:pt>
                <c:pt idx="12">
                  <c:v>0.1368</c:v>
                </c:pt>
                <c:pt idx="13">
                  <c:v>0.11409999999999999</c:v>
                </c:pt>
                <c:pt idx="14">
                  <c:v>0.1014</c:v>
                </c:pt>
                <c:pt idx="15">
                  <c:v>9.5899999999999999E-2</c:v>
                </c:pt>
                <c:pt idx="16">
                  <c:v>9.5299999999999996E-2</c:v>
                </c:pt>
                <c:pt idx="17">
                  <c:v>9.8299999999999998E-2</c:v>
                </c:pt>
                <c:pt idx="18">
                  <c:v>0.10390000000000001</c:v>
                </c:pt>
                <c:pt idx="19">
                  <c:v>0.1114</c:v>
                </c:pt>
                <c:pt idx="20">
                  <c:v>0.1205</c:v>
                </c:pt>
                <c:pt idx="21">
                  <c:v>0.1308</c:v>
                </c:pt>
                <c:pt idx="22">
                  <c:v>0.14219999999999999</c:v>
                </c:pt>
                <c:pt idx="23">
                  <c:v>0.15459999999999999</c:v>
                </c:pt>
                <c:pt idx="24">
                  <c:v>0.1681</c:v>
                </c:pt>
                <c:pt idx="25">
                  <c:v>0.1825</c:v>
                </c:pt>
                <c:pt idx="26">
                  <c:v>0.1978</c:v>
                </c:pt>
                <c:pt idx="27">
                  <c:v>0.2142</c:v>
                </c:pt>
                <c:pt idx="28">
                  <c:v>0.23150000000000001</c:v>
                </c:pt>
                <c:pt idx="29">
                  <c:v>0.24970000000000001</c:v>
                </c:pt>
                <c:pt idx="30">
                  <c:v>0.26889999999999997</c:v>
                </c:pt>
                <c:pt idx="31">
                  <c:v>0.28910000000000002</c:v>
                </c:pt>
                <c:pt idx="32">
                  <c:v>0.31</c:v>
                </c:pt>
                <c:pt idx="33">
                  <c:v>0.33179999999999998</c:v>
                </c:pt>
                <c:pt idx="34">
                  <c:v>0.3543</c:v>
                </c:pt>
                <c:pt idx="35">
                  <c:v>0.3775</c:v>
                </c:pt>
                <c:pt idx="36">
                  <c:v>0.40129999999999999</c:v>
                </c:pt>
                <c:pt idx="37">
                  <c:v>0.42559999999999998</c:v>
                </c:pt>
                <c:pt idx="38">
                  <c:v>0.45019999999999999</c:v>
                </c:pt>
                <c:pt idx="39">
                  <c:v>0.47499999999999998</c:v>
                </c:pt>
                <c:pt idx="40">
                  <c:v>0.5</c:v>
                </c:pt>
                <c:pt idx="41">
                  <c:v>0.52500000000000002</c:v>
                </c:pt>
                <c:pt idx="42">
                  <c:v>0.54979999999999996</c:v>
                </c:pt>
                <c:pt idx="43">
                  <c:v>0.57440000000000002</c:v>
                </c:pt>
                <c:pt idx="44">
                  <c:v>0.59870000000000001</c:v>
                </c:pt>
                <c:pt idx="45">
                  <c:v>0.62250000000000005</c:v>
                </c:pt>
                <c:pt idx="46">
                  <c:v>0.64570000000000005</c:v>
                </c:pt>
                <c:pt idx="47">
                  <c:v>0.66820000000000002</c:v>
                </c:pt>
                <c:pt idx="48">
                  <c:v>0.69</c:v>
                </c:pt>
                <c:pt idx="49">
                  <c:v>0.71089999999999998</c:v>
                </c:pt>
                <c:pt idx="50">
                  <c:v>0.73109999999999997</c:v>
                </c:pt>
                <c:pt idx="51">
                  <c:v>0.75029999999999997</c:v>
                </c:pt>
                <c:pt idx="52">
                  <c:v>0.76849999999999996</c:v>
                </c:pt>
                <c:pt idx="53">
                  <c:v>0.78580000000000005</c:v>
                </c:pt>
                <c:pt idx="54">
                  <c:v>0.80220000000000002</c:v>
                </c:pt>
                <c:pt idx="55">
                  <c:v>0.8175</c:v>
                </c:pt>
                <c:pt idx="56">
                  <c:v>0.83189999999999997</c:v>
                </c:pt>
                <c:pt idx="57">
                  <c:v>0.84540000000000004</c:v>
                </c:pt>
                <c:pt idx="58">
                  <c:v>0.85780000000000001</c:v>
                </c:pt>
                <c:pt idx="59">
                  <c:v>0.86919999999999997</c:v>
                </c:pt>
                <c:pt idx="60">
                  <c:v>0.87949999999999995</c:v>
                </c:pt>
                <c:pt idx="61">
                  <c:v>0.88859999999999995</c:v>
                </c:pt>
                <c:pt idx="62">
                  <c:v>0.89610000000000001</c:v>
                </c:pt>
                <c:pt idx="63">
                  <c:v>0.90169999999999995</c:v>
                </c:pt>
                <c:pt idx="64">
                  <c:v>0.90469999999999995</c:v>
                </c:pt>
                <c:pt idx="65">
                  <c:v>0.90410000000000001</c:v>
                </c:pt>
                <c:pt idx="66">
                  <c:v>0.89859999999999995</c:v>
                </c:pt>
                <c:pt idx="67">
                  <c:v>0.88590000000000002</c:v>
                </c:pt>
                <c:pt idx="68">
                  <c:v>0.86319999999999997</c:v>
                </c:pt>
                <c:pt idx="69">
                  <c:v>0.82640000000000002</c:v>
                </c:pt>
                <c:pt idx="70">
                  <c:v>0.76970000000000005</c:v>
                </c:pt>
                <c:pt idx="71">
                  <c:v>0.68569999999999998</c:v>
                </c:pt>
                <c:pt idx="72">
                  <c:v>0.56379999999999997</c:v>
                </c:pt>
                <c:pt idx="73">
                  <c:v>0.39069999999999999</c:v>
                </c:pt>
                <c:pt idx="74">
                  <c:v>0.1484</c:v>
                </c:pt>
                <c:pt idx="75">
                  <c:v>-0.18629999999999999</c:v>
                </c:pt>
                <c:pt idx="76">
                  <c:v>-0.64339999999999997</c:v>
                </c:pt>
                <c:pt idx="77">
                  <c:v>-1.2612000000000001</c:v>
                </c:pt>
                <c:pt idx="78">
                  <c:v>-2.0884</c:v>
                </c:pt>
                <c:pt idx="79">
                  <c:v>-3.1861000000000002</c:v>
                </c:pt>
                <c:pt idx="80">
                  <c:v>-4.6313000000000004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211F-431C-AC7F-5CD09109A7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4"/>
          <c:min val="-4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  <c:majorUnit val="1"/>
      </c:valAx>
      <c:valAx>
        <c:axId val="2094734552"/>
        <c:scaling>
          <c:orientation val="minMax"/>
          <c:max val="1.5"/>
          <c:min val="-0.5"/>
        </c:scaling>
        <c:delete val="0"/>
        <c:axPos val="l"/>
        <c:majorGridlines>
          <c:spPr>
            <a:ln w="9525" cap="flat">
              <a:solidFill>
                <a:srgbClr val="D5DCE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7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75B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33475B"/>
                </a:solidFill>
                <a:latin typeface="Calibri"/>
              </a:rPr>
              <a:t>Erro máximo em [−1, 1] (escala log)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 máximo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N=1</c:v>
                </c:pt>
                <c:pt idx="1">
                  <c:v>N=3</c:v>
                </c:pt>
                <c:pt idx="2">
                  <c:v>N=5</c:v>
                </c:pt>
                <c:pt idx="3">
                  <c:v>N=7</c:v>
                </c:pt>
                <c:pt idx="4">
                  <c:v>N=9</c:v>
                </c:pt>
                <c:pt idx="5">
                  <c:v>N=11</c:v>
                </c:pt>
                <c:pt idx="6">
                  <c:v>N=13</c:v>
                </c:pt>
                <c:pt idx="7">
                  <c:v>N=15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1.89E-2</c:v>
                </c:pt>
                <c:pt idx="1">
                  <c:v>1.89E-3</c:v>
                </c:pt>
                <c:pt idx="2">
                  <c:v>1.9100000000000001E-4</c:v>
                </c:pt>
                <c:pt idx="3">
                  <c:v>1.9400000000000001E-5</c:v>
                </c:pt>
                <c:pt idx="4">
                  <c:v>1.9599999999999999E-6</c:v>
                </c:pt>
                <c:pt idx="5">
                  <c:v>1.99E-7</c:v>
                </c:pt>
                <c:pt idx="6">
                  <c:v>2.0199999999999999E-8</c:v>
                </c:pt>
                <c:pt idx="7">
                  <c:v>2.04E-9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F4-4DAA-BACC-F7D6341D75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0.1"/>
          <c:min val="1E-10"/>
        </c:scaling>
        <c:delete val="0"/>
        <c:axPos val="l"/>
        <c:majorGridlines>
          <c:spPr>
            <a:ln w="9525" cap="flat">
              <a:solidFill>
                <a:srgbClr val="D5DCE3"/>
              </a:solidFill>
              <a:prstDash val="solid"/>
              <a:round/>
            </a:ln>
          </c:spPr>
        </c:majorGridlines>
        <c:numFmt formatCode="0E+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75B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33475B"/>
                </a:solidFill>
                <a:latin typeface="Calibri"/>
              </a:rPr>
              <a:t>µs/chamada (N = 9): ~7× mais rápida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µs por chamada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3C8-4E05-A4FE-ABD30DFD0F69}"/>
              </c:ext>
            </c:extLst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C8-4E05-A4FE-ABD30DFD0F6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75B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Ingênua x**k</c:v>
                </c:pt>
                <c:pt idx="1">
                  <c:v>Otimizada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1.24</c:v>
                </c:pt>
                <c:pt idx="1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C8-4E05-A4FE-ABD30DFD0F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75B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33475B"/>
                </a:solidFill>
                <a:latin typeface="Calibri"/>
              </a:rPr>
              <a:t>Cada ponto é um N (1, 3, …, 15)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Taylor (N = 1 a 15)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9.4E-2</c:v>
                </c:pt>
                <c:pt idx="1">
                  <c:v>0.121</c:v>
                </c:pt>
                <c:pt idx="2">
                  <c:v>0.14199999999999999</c:v>
                </c:pt>
                <c:pt idx="3">
                  <c:v>0.158</c:v>
                </c:pt>
                <c:pt idx="4">
                  <c:v>0.18099999999999999</c:v>
                </c:pt>
                <c:pt idx="5">
                  <c:v>0.2</c:v>
                </c:pt>
                <c:pt idx="6">
                  <c:v>0.224</c:v>
                </c:pt>
                <c:pt idx="7">
                  <c:v>0.25600000000000001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1.72</c:v>
                </c:pt>
                <c:pt idx="1">
                  <c:v>2.72</c:v>
                </c:pt>
                <c:pt idx="2">
                  <c:v>3.72</c:v>
                </c:pt>
                <c:pt idx="3">
                  <c:v>4.71</c:v>
                </c:pt>
                <c:pt idx="4">
                  <c:v>5.71</c:v>
                </c:pt>
                <c:pt idx="5">
                  <c:v>6.7</c:v>
                </c:pt>
                <c:pt idx="6">
                  <c:v>7.69</c:v>
                </c:pt>
                <c:pt idx="7">
                  <c:v>8.69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38D-4143-BB0D-02702389FA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3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pt-BR" sz="1100" b="0" i="0" u="none" strike="noStrike">
                    <a:solidFill>
                      <a:srgbClr val="5B6B7B"/>
                    </a:solidFill>
                    <a:latin typeface="Arial"/>
                  </a:rPr>
                  <a:t>µs por chamada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  <c:majorUnit val="0.05"/>
      </c:val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D5DC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pt-BR" sz="1100" b="0" i="0" u="none" strike="noStrike">
                    <a:solidFill>
                      <a:srgbClr val="5B6B7B"/>
                    </a:solidFill>
                    <a:latin typeface="Arial"/>
                  </a:rPr>
                  <a:t>dígitos corretos (−log₁₀ do erro)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32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tema e os integrantes. A sigmoide aparece em redes neurais e regressão logística; o objetivo é aproximá-la com um polinômio de Taylor e medir erro e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a simetria e a derivada sig' = sig(1-sig): são elas que simplificam todo o cálculo de Taylor a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derivação no quadro. A ideia chave: toda derivada é um polinômio em s, e a próxima sai multiplicando a derivada do polinômio por s(1-s). O código automatiza isso com Fraction, sem biblioteca simbólica.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coeficientes saem direto de P_n(1/2)/n!. Observem que os pares são zero por causa da simetria.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central da apresentação. Perto de 0 todas as curvas colam na sigmoide; conforme |x| cresce, os polinômios explodem. Isso justifica limitar o uso do Taylor a |x| &lt;=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o N: o erro cai uma ordem de grandeza a cada +2 em N, mas o custo cresce linearmente. N=11 dá precisão de float32 em [-1,1]. Fora desse intervalo, nenhum N razoável compensa; o código volta para a forma exata.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sigmoid_taylor.py: derivative_polynomials, make_taylor_sigmoid e make_hybrid_sigmoid. A versão ingênua com x**k leva 1,24 µs; a otimizada 0,18 µs.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calculados por erro_vs_tempo.py. Fora de [-1,1] o erro é zero porque usamos a fórmula exata.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honesto: em Python, math.exp é mais rápido porque é código C. O Taylor faz sentido onde exp não existe ou é caro: microcontroladores, FPGA, hardware sem FPU.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retomando os três pontos principais 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Sigmoide · Série de Taylor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Função Sigmoide: Série de Taylor, aproximações e propriedades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sig(x) = 1 / (1 + e⁻ˣ)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Henry Sant Anna · Bruno Oliveira · William Guimaraes</a:t>
            </a:r>
            <a:endParaRPr lang="en-US" sz="1600" dirty="0"/>
          </a:p>
        </p:txBody>
      </p:sp>
      <p:sp>
        <p:nvSpPr>
          <p:cNvPr id="5" name="motif-dot-0"/>
          <p:cNvSpPr/>
          <p:nvPr/>
        </p:nvSpPr>
        <p:spPr>
          <a:xfrm>
            <a:off x="6035040" y="365086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motif-dot-1"/>
          <p:cNvSpPr/>
          <p:nvPr/>
        </p:nvSpPr>
        <p:spPr>
          <a:xfrm>
            <a:off x="6272784" y="3641055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motif-dot-2"/>
          <p:cNvSpPr/>
          <p:nvPr/>
        </p:nvSpPr>
        <p:spPr>
          <a:xfrm>
            <a:off x="6510528" y="3617512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motif-dot-3"/>
          <p:cNvSpPr/>
          <p:nvPr/>
        </p:nvSpPr>
        <p:spPr>
          <a:xfrm>
            <a:off x="6748272" y="3563647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motif-dot-4"/>
          <p:cNvSpPr/>
          <p:nvPr/>
        </p:nvSpPr>
        <p:spPr>
          <a:xfrm>
            <a:off x="6986016" y="3452761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motif-dot-5"/>
          <p:cNvSpPr/>
          <p:nvPr/>
        </p:nvSpPr>
        <p:spPr>
          <a:xfrm>
            <a:off x="7223760" y="3267052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motif-dot-6"/>
          <p:cNvSpPr/>
          <p:nvPr/>
        </p:nvSpPr>
        <p:spPr>
          <a:xfrm>
            <a:off x="7461504" y="304230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motif-dot-7"/>
          <p:cNvSpPr/>
          <p:nvPr/>
        </p:nvSpPr>
        <p:spPr>
          <a:xfrm>
            <a:off x="7699248" y="2856599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motif-dot-8"/>
          <p:cNvSpPr/>
          <p:nvPr/>
        </p:nvSpPr>
        <p:spPr>
          <a:xfrm>
            <a:off x="7936992" y="2745713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motif-dot-9"/>
          <p:cNvSpPr/>
          <p:nvPr/>
        </p:nvSpPr>
        <p:spPr>
          <a:xfrm>
            <a:off x="8174736" y="269184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motif-dot-10"/>
          <p:cNvSpPr/>
          <p:nvPr/>
        </p:nvSpPr>
        <p:spPr>
          <a:xfrm>
            <a:off x="8412480" y="2668305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motif-dot-11"/>
          <p:cNvSpPr/>
          <p:nvPr/>
        </p:nvSpPr>
        <p:spPr>
          <a:xfrm>
            <a:off x="8650224" y="2658492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Propriedades da sigmoide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97280"/>
          <a:ext cx="4754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prop-card-0"/>
          <p:cNvSpPr/>
          <p:nvPr/>
        </p:nvSpPr>
        <p:spPr>
          <a:xfrm>
            <a:off x="5394960" y="1143000"/>
            <a:ext cx="3383280" cy="58521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5532120" y="119786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(0, 1)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estritamente crescente; sig(0) = ½</a:t>
            </a:r>
            <a:endParaRPr lang="en-US" sz="1400" dirty="0"/>
          </a:p>
        </p:txBody>
      </p:sp>
      <p:sp>
        <p:nvSpPr>
          <p:cNvPr id="6" name="prop-card-1"/>
          <p:cNvSpPr/>
          <p:nvPr/>
        </p:nvSpPr>
        <p:spPr>
          <a:xfrm>
            <a:off x="5394960" y="1819656"/>
            <a:ext cx="3383280" cy="58521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5532120" y="1874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Simetria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sig(−x) = 1 − sig(x)</a:t>
            </a:r>
            <a:endParaRPr lang="en-US" sz="1400" dirty="0"/>
          </a:p>
        </p:txBody>
      </p:sp>
      <p:sp>
        <p:nvSpPr>
          <p:cNvPr id="8" name="prop-card-2"/>
          <p:cNvSpPr/>
          <p:nvPr/>
        </p:nvSpPr>
        <p:spPr>
          <a:xfrm>
            <a:off x="5394960" y="2496312"/>
            <a:ext cx="3383280" cy="58521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5532120" y="255117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sig′ = sig·(1 − sig), máximo ¼ em x = 0</a:t>
            </a:r>
            <a:endParaRPr lang="en-US" sz="1400" dirty="0"/>
          </a:p>
        </p:txBody>
      </p:sp>
      <p:sp>
        <p:nvSpPr>
          <p:cNvPr id="10" name="prop-card-3"/>
          <p:cNvSpPr/>
          <p:nvPr/>
        </p:nvSpPr>
        <p:spPr>
          <a:xfrm>
            <a:off x="5394960" y="3172968"/>
            <a:ext cx="3383280" cy="58521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5532120" y="32278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tanh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sig(x) = ½ + ½·tanh(x/2)</a:t>
            </a:r>
            <a:endParaRPr lang="en-US" sz="1400" dirty="0"/>
          </a:p>
        </p:txBody>
      </p:sp>
      <p:sp>
        <p:nvSpPr>
          <p:cNvPr id="12" name="prop-card-4"/>
          <p:cNvSpPr/>
          <p:nvPr/>
        </p:nvSpPr>
        <p:spPr>
          <a:xfrm>
            <a:off x="5394960" y="3849624"/>
            <a:ext cx="3383280" cy="58521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5532120" y="39044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Inversa (logit)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 y / (1 − y) 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Derivadas feitas à mão</a:t>
            </a:r>
            <a:endParaRPr lang="en-US" sz="3000" dirty="0"/>
          </a:p>
        </p:txBody>
      </p:sp>
      <p:sp>
        <p:nvSpPr>
          <p:cNvPr id="3" name="deriv-main"/>
          <p:cNvSpPr/>
          <p:nvPr/>
        </p:nvSpPr>
        <p:spPr>
          <a:xfrm>
            <a:off x="457200" y="1143000"/>
            <a:ext cx="4206240" cy="3337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derivada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 = (1 + e⁻ˣ)⁻¹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sig′ = e⁻ˣ · (1 + e⁻ˣ)⁻²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= [1/(1+e⁻ˣ)] · [e⁻ˣ/(1+e⁻ˣ)]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= sig · (1 − sig)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66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x = 0 temos s = ½. Basta trocar s por ½ em cada polinômio.</a:t>
            </a:r>
            <a:endParaRPr lang="en-US" sz="1400" dirty="0"/>
          </a:p>
        </p:txBody>
      </p:sp>
      <p:sp>
        <p:nvSpPr>
          <p:cNvPr id="7" name="deriv-rule"/>
          <p:cNvSpPr/>
          <p:nvPr/>
        </p:nvSpPr>
        <p:spPr>
          <a:xfrm>
            <a:off x="4937760" y="1143000"/>
            <a:ext cx="374904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5074920" y="12344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geral (regra da cadeia)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Pₙ₊₁(s) = Pₙ′(s) · s(1 − s)</a:t>
            </a:r>
            <a:endParaRPr lang="en-US" sz="1400" dirty="0"/>
          </a:p>
        </p:txBody>
      </p:sp>
      <p:sp>
        <p:nvSpPr>
          <p:cNvPr id="9" name="deriv-list"/>
          <p:cNvSpPr/>
          <p:nvPr/>
        </p:nvSpPr>
        <p:spPr>
          <a:xfrm>
            <a:off x="4937760" y="2286000"/>
            <a:ext cx="374904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5074920" y="2395728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sig″ = s − 3s² + 2s³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sig‴ = s − 7s² + 12s³ − 6s⁴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sig⁽⁴⁾ = s − 15s² + 50s³ − 60s⁴ + 24s⁵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em x = 0: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½, ¼, 0, −⅛, 0, ¼, 0, −17/16 …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 série de Taylor em x₀ = 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sig(x) = ½ + x/4 − x³/48 + x⁵/480 − 17x⁷/80640 + 31x⁹/1451520 − …</a:t>
            </a:r>
            <a:endParaRPr lang="en-US" sz="1800" dirty="0"/>
          </a:p>
        </p:txBody>
      </p:sp>
      <p:graphicFrame>
        <p:nvGraphicFramePr>
          <p:cNvPr id="5" name="tabela-coeficien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5120640" cy="27980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sig⁽ⁿ⁾(0)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cₙ = sig⁽ⁿ⁾(0) / n!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1/2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1/2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1/4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1/4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 4, 6 …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−1/8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−1/48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1/4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1/480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−17/16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−17/80640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31/4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31/1451520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−691/8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−691/319334400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erie-callout"/>
          <p:cNvSpPr/>
          <p:nvPr/>
        </p:nvSpPr>
        <p:spPr>
          <a:xfrm>
            <a:off x="5852160" y="1783080"/>
            <a:ext cx="2834640" cy="24871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5989320" y="19019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termos ímpares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23317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sig(x) − ½ é função ímpar, então toda derivada par em 0 vale zero.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das contas some, e o polinômio fica em potências de x².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Taylor só funciona perto de zero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51560"/>
          <a:ext cx="55778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217920" y="1188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 ≈ 3,14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21792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 de convergência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242316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Polos de 1/(1+e⁻ˣ) em x = ±iπ, onde e⁻ˣ = −1.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Perto de π a série converge devagar; além dele, diverge.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Por que N = 11?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51560"/>
          <a:ext cx="53949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143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11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1874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&lt; 2,1·10⁻⁷ para |x| ≤ 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60604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+2 em N divide o erro por ~10.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11 já iguala a precisão de float32.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de |x| ≤ 1 usamos a fórmula exata com exp.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Código otimizado</a:t>
            </a:r>
            <a:endParaRPr lang="en-US" sz="3000" dirty="0"/>
          </a:p>
        </p:txBody>
      </p:sp>
      <p:sp>
        <p:nvSpPr>
          <p:cNvPr id="3" name="otim-card-0"/>
          <p:cNvSpPr/>
          <p:nvPr/>
        </p:nvSpPr>
        <p:spPr>
          <a:xfrm>
            <a:off x="457200" y="1097280"/>
            <a:ext cx="26517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termos ímpares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dos coeficientes é zero</a:t>
            </a:r>
            <a:endParaRPr lang="en-US" sz="1600" dirty="0"/>
          </a:p>
        </p:txBody>
      </p:sp>
      <p:sp>
        <p:nvSpPr>
          <p:cNvPr id="5" name="otim-card-1"/>
          <p:cNvSpPr/>
          <p:nvPr/>
        </p:nvSpPr>
        <p:spPr>
          <a:xfrm>
            <a:off x="3246120" y="1097280"/>
            <a:ext cx="26517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3383280" y="1188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Horner em u = x²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pow(); ~N/2 multiplicações</a:t>
            </a:r>
            <a:endParaRPr lang="en-US" sz="1600" dirty="0"/>
          </a:p>
        </p:txBody>
      </p:sp>
      <p:sp>
        <p:nvSpPr>
          <p:cNvPr id="7" name="otim-card-2"/>
          <p:cNvSpPr/>
          <p:nvPr/>
        </p:nvSpPr>
        <p:spPr>
          <a:xfrm>
            <a:off x="6035040" y="1097280"/>
            <a:ext cx="26517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172200" y="1188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prontos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Calculados uma vez (Fraction → float)</a:t>
            </a:r>
            <a:endParaRPr lang="en-US" sz="1600" dirty="0"/>
          </a:p>
        </p:txBody>
      </p:sp>
      <p:sp>
        <p:nvSpPr>
          <p:cNvPr id="9" name="code-box"/>
          <p:cNvSpPr/>
          <p:nvPr/>
        </p:nvSpPr>
        <p:spPr>
          <a:xfrm>
            <a:off x="457200" y="2377440"/>
            <a:ext cx="4846320" cy="2148840"/>
          </a:xfrm>
          <a:prstGeom prst="rect">
            <a:avLst/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40080" y="251460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sig_n(x):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 = x * x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 = head          # c11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 in tail:      # c9..c1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 = acc * u + 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0.5 + x * acc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577840" y="2286000"/>
          <a:ext cx="32004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Tabela de valores fixos</a:t>
            </a:r>
            <a:endParaRPr lang="en-US" sz="3000" dirty="0"/>
          </a:p>
        </p:txBody>
      </p:sp>
      <p:graphicFrame>
        <p:nvGraphicFramePr>
          <p:cNvPr id="9" name="tabela-valo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760720" cy="3319272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x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sig(x) exata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Aproximação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Erro absoluto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−6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0,0024726232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0,0024726232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0,0474258732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0,0474258732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0,2689414214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0,2689416204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2,0e−7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0,3775406688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0,3775406688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2,6e−11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0,5000000000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0,5000000000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0,6224593312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0,6224593312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2,6e−11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0,7310585786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0,7310583796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2,0e−7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0,8807970780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0,8807970780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0,9525741268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0,9525741268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0,9975273768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0,9975273768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abela-callout"/>
          <p:cNvSpPr/>
          <p:nvPr/>
        </p:nvSpPr>
        <p:spPr>
          <a:xfrm>
            <a:off x="6492240" y="1097280"/>
            <a:ext cx="2194560" cy="33192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662940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1737360"/>
            <a:ext cx="1920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|x| ≤ 1: Taylor N = 11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|x| &gt; 1: fórmula exata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máximo aparece nas bordas, em x = ±1.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Erro × tempo de execução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51560"/>
          <a:ext cx="53949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mpo-exp"/>
          <p:cNvSpPr/>
          <p:nvPr/>
        </p:nvSpPr>
        <p:spPr>
          <a:xfrm>
            <a:off x="6035040" y="1097280"/>
            <a:ext cx="265176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6172200" y="1234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math.exp: 0,118 µs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≈ 10⁻¹⁶</a:t>
            </a:r>
            <a:endParaRPr lang="en-US" sz="1800" dirty="0"/>
          </a:p>
        </p:txBody>
      </p:sp>
      <p:sp>
        <p:nvSpPr>
          <p:cNvPr id="6" name="tempo-taylor"/>
          <p:cNvSpPr/>
          <p:nvPr/>
        </p:nvSpPr>
        <p:spPr>
          <a:xfrm>
            <a:off x="6035040" y="2514600"/>
            <a:ext cx="265176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172200" y="2651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N = 11: 0,200 µs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&lt; 2,1·10⁻⁷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Python, exp (C) vence o laço de Horner.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Conclusões</a:t>
            </a:r>
            <a:endParaRPr lang="en-US" sz="4000" dirty="0"/>
          </a:p>
        </p:txBody>
      </p:sp>
      <p:sp>
        <p:nvSpPr>
          <p:cNvPr id="3" name="concl-num-0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24688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 via sig′ = sig(1−sig) geram todos os coeficientes, sem biblioteca simbólica.</a:t>
            </a:r>
            <a:endParaRPr lang="en-US" sz="1600" dirty="0"/>
          </a:p>
        </p:txBody>
      </p:sp>
      <p:sp>
        <p:nvSpPr>
          <p:cNvPr id="6" name="concl-num-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31546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série converge só em |x| &lt; π; usamos N = 11 em |x| ≤ 1 e a fórmula exata fora.</a:t>
            </a:r>
            <a:endParaRPr lang="en-US" sz="1600" dirty="0"/>
          </a:p>
        </p:txBody>
      </p:sp>
      <p:sp>
        <p:nvSpPr>
          <p:cNvPr id="9" name="concl-num-2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8404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cai 10× a cada +2 em N. Em Python, exp ainda é mais rápido que o Taylor.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moide">
  <a:themeElements>
    <a:clrScheme name="Sigmoide">
      <a:dk1>
        <a:srgbClr val="16202E"/>
      </a:dk1>
      <a:lt1>
        <a:srgbClr val="FFFFFF"/>
      </a:lt1>
      <a:dk2>
        <a:srgbClr val="33475B"/>
      </a:dk2>
      <a:lt2>
        <a:srgbClr val="EEF2F5"/>
      </a:lt2>
      <a:accent1>
        <a:srgbClr val="0E7C86"/>
      </a:accent1>
      <a:accent2>
        <a:srgbClr val="E4572E"/>
      </a:accent2>
      <a:accent3>
        <a:srgbClr val="F2A541"/>
      </a:accent3>
      <a:accent4>
        <a:srgbClr val="5B6B7B"/>
      </a:accent4>
      <a:accent5>
        <a:srgbClr val="7FC8A9"/>
      </a:accent5>
      <a:accent6>
        <a:srgbClr val="9AA9B8"/>
      </a:accent6>
      <a:hlink>
        <a:srgbClr val="0E7C86"/>
      </a:hlink>
      <a:folHlink>
        <a:srgbClr val="5B6B7B"/>
      </a:folHlink>
    </a:clrScheme>
    <a:fontScheme name="Sigmoi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1210</Words>
  <Application>Microsoft Office PowerPoint</Application>
  <PresentationFormat>On-screen Show (16:9)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Sigmoide</vt:lpstr>
      <vt:lpstr>Função Sigmoide: Série de Taylor, aproximações e propriedades</vt:lpstr>
      <vt:lpstr>Propriedades da sigmoide</vt:lpstr>
      <vt:lpstr>Derivadas feitas à mão</vt:lpstr>
      <vt:lpstr>A série de Taylor em x₀ = 0</vt:lpstr>
      <vt:lpstr>Taylor só funciona perto de zero</vt:lpstr>
      <vt:lpstr>Por que N = 11?</vt:lpstr>
      <vt:lpstr>Código otimizado</vt:lpstr>
      <vt:lpstr>Tabela de valores fixos</vt:lpstr>
      <vt:lpstr>Erro × tempo de execução</vt:lpstr>
      <vt:lpstr>Conclusões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Função Sigmoide: Série de Taylor</dc:title>
  <dc:subject>PptxGenJS Presentation</dc:subject>
  <dc:creator>PptxGenJS</dc:creator>
  <cp:lastModifiedBy>HENRY SANT ANNA MENESES</cp:lastModifiedBy>
  <cp:revision>2</cp:revision>
  <dcterms:created xsi:type="dcterms:W3CDTF">2026-10-04T17:00:28Z</dcterms:created>
  <dcterms:modified xsi:type="dcterms:W3CDTF">2026-10-04T20:13:17Z</dcterms:modified>
</cp:coreProperties>
</file>